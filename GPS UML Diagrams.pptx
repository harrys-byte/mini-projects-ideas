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8F76D-9672-DAF7-3252-FF503E39F5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D5C79-E48A-AAB9-74EF-040C574FC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5C3EF-5EDB-C855-AA2E-3C30F10BB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DBED7-B233-F9A0-8E85-BA02644BE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28E42-6A29-9D22-4EC9-A97C2B51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061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BE279-9C11-94E7-A6E1-AA213516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676A2-A095-A8B0-01B6-CDA70630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AD7EC-4F61-9789-ADBB-0CF90CFF0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C80F0-5A8F-CBB4-F65C-1B35D03DB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6E502-D8D9-97D4-AE03-238DC5CD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1466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B8ABF-0D10-AA55-EDD7-69312330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6F663-3657-620B-3614-B902C9D19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8C232-438E-326B-2E61-CE5B5C72A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F9C94-BB36-DBC3-304A-C04198710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A82D2-92EB-A1F2-1501-7480F3CB0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66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E5E07-714C-A184-5936-B955B9059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4444D-4FD8-4382-AEF8-6C498A8859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15537-3703-562E-0FC6-AED663826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470C6D-E356-F9D3-2917-FDF73351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D0935-B04A-A88D-2279-7B530E802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82E56-D820-A477-1746-DE1050CF8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48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0482-8945-E6B2-601B-6A81BF955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FBD73-7ABE-7567-1DDB-784E01AC6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4B8D1E-C1EC-2725-F60C-4EEA2F7AB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C819AA-101C-CF69-0741-F11007EDF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B06B32-4D25-93B7-6E20-34148810C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D3A967-742C-C43B-D324-B0CF8E3A0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50A4A-89A4-2B9C-3B41-D0A405DCE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64FEE-0A7B-5DCD-18EF-DBC083F13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313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86160-9A2C-5653-52A1-9B731F3B4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86D42-04FA-B986-074B-3D496DC03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905EF-0D0C-C917-B33D-07D599A8B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CF41D4-AF47-79B1-3A9A-6440BCDBC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28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CAAE22-8768-99FE-760B-DEC025DCF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3C60A5-DB32-0D55-8511-19D47948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89F0E-55BB-0FA4-B129-9AE55D440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6786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DBCA-3603-F65E-005A-A26D3DDB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3B167-EDF5-DD76-AF0C-2484981BD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2E131-D347-17AC-EBA8-4CC8ECA0C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2FFF3-F6B4-A519-6E62-4D9E1645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E98A2-2848-207A-0806-954547E8B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CD5BB-08C9-9A8E-A7D5-2C5D3D564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225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D2A7B-7005-5DE8-FF48-399A7D6A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93C579-669D-A11C-2000-0E4591F6C4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CD0FA-101B-358E-ADEE-57DAC2E64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51828-7220-8B8D-39A4-E2C87EC5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D2110-DFD5-AE99-564D-F8DBA9B1B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96939-1472-313A-708E-34A76523A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849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E998-9976-74CB-CB2B-06C8E395F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BA2E2F-306D-EE20-2F65-260B7BC80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17176-4991-2EDB-2BDD-FECEED71B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AB5E3-CE5B-0210-5240-B0D27BFFB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EF03E-2B22-450D-37C0-88E40C3AA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449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920936-70BB-971E-2C66-E677AA2A63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9BCBF3-D177-6AFE-0296-ECCAE66141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C69F-46EE-0645-5178-F270B101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B5A3C-8FD7-48F8-4E9C-73A2BF21F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E99F-522B-7DA4-3A20-168E8864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01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410417-3264-4118-3A7F-B2500348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CF6DB4-64C1-729C-41C0-1332ADCEE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742EA-FADB-36D6-4257-7FB841444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4AED02-18A9-4576-A64C-7366C21DD4CB}" type="datetimeFigureOut">
              <a:rPr lang="en-IN" smtClean="0"/>
              <a:t>13-02-2025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31905-9A2D-AB7B-D06E-C4E73EFEF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B17B7-4340-B291-CC0E-0398F655F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160A1-AF95-4AF8-ABE8-6914D8E97C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347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657801-D387-5F8D-7428-7780E549F64F}"/>
              </a:ext>
            </a:extLst>
          </p:cNvPr>
          <p:cNvSpPr txBox="1"/>
          <p:nvPr/>
        </p:nvSpPr>
        <p:spPr>
          <a:xfrm>
            <a:off x="84840" y="45976"/>
            <a:ext cx="60111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USECASE DIAGRAM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70A565-D5C2-05FE-97D5-C0F5ED128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142" y="716438"/>
            <a:ext cx="9624767" cy="609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932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30EEF63-66A9-23CD-C948-7DF39F9EF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425" y="0"/>
            <a:ext cx="9269575" cy="68119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60E2BC-27E5-ED1E-DCC7-E139FC860D4D}"/>
              </a:ext>
            </a:extLst>
          </p:cNvPr>
          <p:cNvSpPr txBox="1"/>
          <p:nvPr/>
        </p:nvSpPr>
        <p:spPr>
          <a:xfrm>
            <a:off x="0" y="2319631"/>
            <a:ext cx="33465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648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90D1D1-D0DC-D6D1-DE04-6D42DE278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1856" y="0"/>
            <a:ext cx="222281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685FEEE-0A1B-3B00-BA3B-EDB62785D445}"/>
              </a:ext>
            </a:extLst>
          </p:cNvPr>
          <p:cNvSpPr txBox="1"/>
          <p:nvPr/>
        </p:nvSpPr>
        <p:spPr>
          <a:xfrm>
            <a:off x="829558" y="2234790"/>
            <a:ext cx="33465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983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945A689-4E4A-8BFE-03E0-F94E9CD2D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9687" y="0"/>
            <a:ext cx="8925409" cy="64667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19B5CB-9809-F257-A1C9-2DC987C256FF}"/>
              </a:ext>
            </a:extLst>
          </p:cNvPr>
          <p:cNvSpPr txBox="1"/>
          <p:nvPr/>
        </p:nvSpPr>
        <p:spPr>
          <a:xfrm>
            <a:off x="0" y="2319631"/>
            <a:ext cx="334651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86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Sriram E</dc:creator>
  <cp:lastModifiedBy>Sriram E</cp:lastModifiedBy>
  <cp:revision>2</cp:revision>
  <dcterms:created xsi:type="dcterms:W3CDTF">2025-02-12T18:24:39Z</dcterms:created>
  <dcterms:modified xsi:type="dcterms:W3CDTF">2025-02-13T05:22:38Z</dcterms:modified>
</cp:coreProperties>
</file>